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>
      <p:cViewPr varScale="1">
        <p:scale>
          <a:sx n="83" d="100"/>
          <a:sy n="83" d="100"/>
        </p:scale>
        <p:origin x="86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52882D-1A27-4340-9604-75E04CE4FC15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211426-A20C-48AC-B7EF-433A96C2F6E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3318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11426-A20C-48AC-B7EF-433A96C2F6EB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4354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0B0E6-4270-659C-8EF5-D829064AC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ED167D-72DC-FD90-336B-D9AA0E3D12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A59C46-4432-1ADB-5BA3-1E576D9F16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1EA7B-09EC-1177-93D5-3FC9D38158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11426-A20C-48AC-B7EF-433A96C2F6E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52068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28EB5-5B07-5146-CE76-4C479024D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1E1D76-D4BB-5D24-626C-9E570E1D8A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D32282-D04A-F501-EEEE-E9104EAE1F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CB6EF-65AA-CDB1-E8B7-E385CD40AB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11426-A20C-48AC-B7EF-433A96C2F6EB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67698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FD009-4EB4-9B2E-AB74-C4716BB21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7E1FF4-1F2F-37D9-D358-A3820D074F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D5A340-1477-8CFB-F739-4C0EC6BA05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B670A-027F-F138-C7CA-91725B8B78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11426-A20C-48AC-B7EF-433A96C2F6EB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99083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56B72-A1F7-37A9-D57A-0A1B213B6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B85928-22B0-60B6-9C02-B38D47F990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1489CC-9874-D7F1-1B4F-17940FB4AB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9200D-9593-8254-FCDC-A2AE45C50C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11426-A20C-48AC-B7EF-433A96C2F6EB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25614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61393-2649-F899-63F1-20147512B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58FF27-1965-43BF-6D7E-D4734A052B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99472C-8BE2-3BC5-DDF1-803B615FF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11E013-B02F-5FAA-23E9-76ED2F246E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11426-A20C-48AC-B7EF-433A96C2F6EB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5239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D4A1C-9A3D-D120-6024-3A095E1FE7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597F60-B73D-F1C7-A6AD-36B3B63F7A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E437E-3955-7C9F-0322-5165912F1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146A1-D5A1-4BE1-A6E8-277312BE57B8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E7850-C782-FEF9-5EFC-BA348070D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8BCDE-3B28-AA28-A7AF-B851CA695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DCC83-0081-4EAC-A088-4E1EF570A34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3890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2F719-1A84-D678-A5E5-96A9115B3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34FDA-0012-35A7-6E84-0BB68783D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C1F2B-F4EB-EFA3-A740-481E4FEA7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146A1-D5A1-4BE1-A6E8-277312BE57B8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5E814-1CBC-23F4-12BB-3FDAECC0C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8CDA7-6177-EC20-5E82-26E8DE412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DCC83-0081-4EAC-A088-4E1EF570A34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3560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AEBD2-7DF2-864E-D26D-67577901D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73F64-3F62-139D-4E22-6D7B21BD3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19B93-F5A8-8304-A6E8-23D256579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146A1-D5A1-4BE1-A6E8-277312BE57B8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D5C81-4497-A600-8E56-464E71CF5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7889E-5506-17A3-6D2F-6691FEFDB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DCC83-0081-4EAC-A088-4E1EF570A34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2800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459D9-5CA4-A086-F42F-D8F99A008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32432-E6AF-C809-BAB9-69FEDE2888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C5BAFE-FB6A-6808-1A77-448086C9D9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9ABF1C-5CF8-4601-3FEB-4FEDFC1A2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146A1-D5A1-4BE1-A6E8-277312BE57B8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0D4FA-2805-6E39-60DE-6809C2B18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14849-51A3-8605-9C95-0B98BF8DA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DCC83-0081-4EAC-A088-4E1EF570A34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8627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201C3-0799-8B8C-CF0F-8A889C8A8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33334-A695-BA39-D731-021472575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88FBA4-D6D6-4E3E-7332-F7A031D71D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65C37D-4B71-34A7-AD94-85B97CA98E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52FE66-5C24-130A-21FA-2F0BAEC58E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690940-3178-C99F-5BB6-CD7657564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146A1-D5A1-4BE1-A6E8-277312BE57B8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DE69CC-DB3D-2DA0-285B-DD6A4966D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2374DD-15C6-C341-8321-4643B2809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DCC83-0081-4EAC-A088-4E1EF570A34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173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D79E6-73B7-DE6A-8B1E-21651ED31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C995FD-DA8F-682C-5455-8C490BD53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146A1-D5A1-4BE1-A6E8-277312BE57B8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48D580-2571-227C-4D40-D47A8BD96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55A108-8BAC-31D8-A520-01ABBEE76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DCC83-0081-4EAC-A088-4E1EF570A34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9143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E5BB8-D46C-859B-5192-B578D0192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146A1-D5A1-4BE1-A6E8-277312BE57B8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92B7CC-D479-A4AE-1F0A-E03233B40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2AEDC-1577-956A-8F01-66FD35E3B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DCC83-0081-4EAC-A088-4E1EF570A34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3636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BE565-CEED-251B-DA57-72F924375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21962-C82A-7118-4B02-1BE6E82A9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AC2579-C3FA-26A4-7B1E-91C1B80C08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9805B0-80DD-EEE6-998F-B4D21861C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146A1-D5A1-4BE1-A6E8-277312BE57B8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56D38-E254-C02D-48DF-D5A5C7C94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D99CB7-A96C-C2E3-8F1E-DFA11BECD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DCC83-0081-4EAC-A088-4E1EF570A34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6387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9514B-7FD8-D176-8CD1-01FB73BD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5E0CA8-5EED-1B57-4C9D-7C28BDC3C2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45940-0565-33C1-C57B-57BD3144EB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1B045F-D3C3-975D-06F6-EE050FB7C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146A1-D5A1-4BE1-A6E8-277312BE57B8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7E7114-EEE1-9FB4-99DE-2D1B49746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7ABA58-1F6A-2AE9-7CE3-F820AA412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DCC83-0081-4EAC-A088-4E1EF570A34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7492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52D1A-0900-65B4-0FEE-A3809CEC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B435B1-99CC-71C0-AC96-862D279D97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BA8B2-74F4-4CE8-2216-1F1D6112E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146A1-D5A1-4BE1-A6E8-277312BE57B8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1CE89-35AD-A956-3DF4-08921DBD3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F8360-10FB-DF40-794E-37B086F36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DCC83-0081-4EAC-A088-4E1EF570A34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6143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32ECCA-3BA6-CEDE-4626-6E4A5427A6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156403-C200-7891-EDD3-5965C3EB7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ABB19-697B-E515-2D6E-222A7732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146A1-D5A1-4BE1-A6E8-277312BE57B8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08F9F-D921-94E2-6289-B52FFB2A3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D1BE6-044B-B46E-DB7B-FA4AC5817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DCC83-0081-4EAC-A088-4E1EF570A34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9237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FEFEB2-F655-4A85-EC3F-C2BFCEB1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BD2BB-1DA8-862B-A648-2F96B7FE7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16F9A-0A89-D67C-30F2-643D9A8AF4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C146A1-D5A1-4BE1-A6E8-277312BE57B8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41D0C-8AEC-B79C-F189-080B370C71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A3DE7-2538-D344-52E6-C0130BC1F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1DCC83-0081-4EAC-A088-4E1EF570A34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7825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microsoft.com/office/2007/relationships/media" Target="../media/media2.mp3"/><Relationship Id="rId7" Type="http://schemas.openxmlformats.org/officeDocument/2006/relationships/image" Target="../media/image1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audio" Target="../media/media2.mp3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A4IIoT_M3_2_1">
            <a:hlinkClick r:id="" action="ppaction://media"/>
            <a:extLst>
              <a:ext uri="{FF2B5EF4-FFF2-40B4-BE49-F238E27FC236}">
                <a16:creationId xmlns:a16="http://schemas.microsoft.com/office/drawing/2014/main" id="{BFB4B802-4D6F-1BD6-988B-DF218F9D353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851525" y="3184525"/>
            <a:ext cx="487363" cy="487363"/>
          </a:xfrm>
          <a:prstGeom prst="rect">
            <a:avLst/>
          </a:prstGeom>
        </p:spPr>
      </p:pic>
      <p:pic>
        <p:nvPicPr>
          <p:cNvPr id="5" name="TA4IIoT_M3_2_1">
            <a:hlinkClick r:id="" action="ppaction://media"/>
            <a:extLst>
              <a:ext uri="{FF2B5EF4-FFF2-40B4-BE49-F238E27FC236}">
                <a16:creationId xmlns:a16="http://schemas.microsoft.com/office/drawing/2014/main" id="{E6BF5C4F-1033-3256-A333-B20DC5B1CCF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851525" y="3184525"/>
            <a:ext cx="487363" cy="487363"/>
          </a:xfrm>
          <a:prstGeom prst="rect">
            <a:avLst/>
          </a:prstGeom>
        </p:spPr>
      </p:pic>
      <p:pic>
        <p:nvPicPr>
          <p:cNvPr id="7" name="M3_2_1">
            <a:hlinkClick r:id="" action="ppaction://media"/>
            <a:extLst>
              <a:ext uri="{FF2B5EF4-FFF2-40B4-BE49-F238E27FC236}">
                <a16:creationId xmlns:a16="http://schemas.microsoft.com/office/drawing/2014/main" id="{CCB08B6D-BD79-DE7A-5CC1-0FBFB1798164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851525" y="3184525"/>
            <a:ext cx="487363" cy="48736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486017-FF00-9824-42A3-4AFB0338C9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44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4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780AE-9BE2-8791-9A75-F500C21B7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FDB5DA-5D94-9482-D025-344C07FCE5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M3_2_2">
            <a:hlinkClick r:id="" action="ppaction://media"/>
            <a:extLst>
              <a:ext uri="{FF2B5EF4-FFF2-40B4-BE49-F238E27FC236}">
                <a16:creationId xmlns:a16="http://schemas.microsoft.com/office/drawing/2014/main" id="{9B75B0CC-F65A-C9A9-03B5-559025983B4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51525" y="318452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00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43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6AF64-9E16-6C39-DBEA-F38AA6D6A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8D364E-C6CD-241D-21CF-110E622555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M3_2_3">
            <a:hlinkClick r:id="" action="ppaction://media"/>
            <a:extLst>
              <a:ext uri="{FF2B5EF4-FFF2-40B4-BE49-F238E27FC236}">
                <a16:creationId xmlns:a16="http://schemas.microsoft.com/office/drawing/2014/main" id="{19148346-70C1-142B-F0B3-E9250D512D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51525" y="318452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249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6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05C56-B3CB-C01E-63AF-63F8E47FC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9F77A58-B13A-EC99-8F0B-69644E064D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M3_2_4">
            <a:hlinkClick r:id="" action="ppaction://media"/>
            <a:extLst>
              <a:ext uri="{FF2B5EF4-FFF2-40B4-BE49-F238E27FC236}">
                <a16:creationId xmlns:a16="http://schemas.microsoft.com/office/drawing/2014/main" id="{29B05F84-F4DE-409D-C475-23FBF6CD2FA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51525" y="318452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70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32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C9059-3BAB-608D-DB38-BADD2C69D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8452BF-0B9A-76FF-7976-09BB918129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M3_2_5">
            <a:hlinkClick r:id="" action="ppaction://media"/>
            <a:extLst>
              <a:ext uri="{FF2B5EF4-FFF2-40B4-BE49-F238E27FC236}">
                <a16:creationId xmlns:a16="http://schemas.microsoft.com/office/drawing/2014/main" id="{76DE3392-0D94-F19F-3B08-C8F7A5A8E63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51525" y="318452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176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2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23FE5-AE57-A0A3-177D-F2A4B245B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DB5A15-383D-6BA5-5510-156BB82C1C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288688" cy="6858000"/>
          </a:xfrm>
          <a:prstGeom prst="rect">
            <a:avLst/>
          </a:prstGeom>
        </p:spPr>
      </p:pic>
      <p:pic>
        <p:nvPicPr>
          <p:cNvPr id="5" name="M3_2_6">
            <a:hlinkClick r:id="" action="ppaction://media"/>
            <a:extLst>
              <a:ext uri="{FF2B5EF4-FFF2-40B4-BE49-F238E27FC236}">
                <a16:creationId xmlns:a16="http://schemas.microsoft.com/office/drawing/2014/main" id="{7A514D78-CC54-D69F-2A4C-FBC2401DF6E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51525" y="318452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338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7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5bd2203-6356-4719-8aec-2291ad6845fb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6</Paragraphs>
  <Slides>6</Slides>
  <Notes>6</Notes>
  <HiddenSlides>0</HiddenSlides>
  <MMClips>8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Auer, Thomas</dc:creator>
  <cp:lastModifiedBy>Auer, Thomas</cp:lastModifiedBy>
  <cp:revision>8</cp:revision>
  <dcterms:created xsi:type="dcterms:W3CDTF">2026-05-22T06:50:10Z</dcterms:created>
  <dcterms:modified xsi:type="dcterms:W3CDTF">2026-07-09T13:39:20Z</dcterms:modified>
</cp:coreProperties>
</file>